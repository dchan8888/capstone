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🧢 Cappy: The Savvy Capybara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UK Financial Literacy Agent</a:t>
            </a:r>
          </a:p>
          <a:p>
            <a:r>
              <a:t>Agents for Good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Financial Illiteracy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⚠️ UK students leave school knowing Pythagoras but not Overdrafts.</a:t>
            </a:r>
          </a:p>
          <a:p>
            <a:pPr>
              <a:defRPr sz="2400"/>
            </a:pPr>
            <a:r>
              <a:t>⚠️ 'Free Money' myths lead to long-term debt and credit damage.</a:t>
            </a:r>
          </a:p>
          <a:p>
            <a:pPr>
              <a:defRPr sz="2400"/>
            </a:pPr>
            <a:r>
              <a:t>⚠️ Banking jargon (APR, AER, ISA) is intimidating and exclusionary.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Cappy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✅ A Financial Concierge, not just a chatbot.</a:t>
            </a:r>
          </a:p>
          <a:p>
            <a:pPr>
              <a:defRPr sz="2400"/>
            </a:pPr>
            <a:r>
              <a:t>✅ RAG-Augmented: Accurate, UK-specific financial data.</a:t>
            </a:r>
          </a:p>
          <a:p>
            <a:pPr>
              <a:defRPr sz="2400"/>
            </a:pPr>
            <a:r>
              <a:t>✅ Multi-Agent Architecture: Separates advice generation from safety compliance.</a:t>
            </a:r>
          </a:p>
          <a:p>
            <a:pPr>
              <a:defRPr sz="2400"/>
            </a:pPr>
            <a:r>
              <a:t>✅ Persona: 'Chill vibes' to lower financial anxiety.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 the Hood: Multi-Agent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1. The Librarian (Gemini 2.5): Retrieves facts &amp; drafts friendly advice.</a:t>
            </a:r>
          </a:p>
          <a:p>
            <a:pPr>
              <a:defRPr sz="2400"/>
            </a:pPr>
            <a:r>
              <a:t>2. The Guardian (Gemini 2.5): Reviews for safety &amp; compliance.</a:t>
            </a:r>
          </a:p>
          <a:p>
            <a:pPr>
              <a:defRPr sz="2400"/>
            </a:pPr>
            <a:r>
              <a:t>3. Tool Use: ChromaDB for RAG (Retrieval Augmented Generation).</a:t>
            </a:r>
          </a:p>
          <a:p>
            <a:pPr>
              <a:defRPr sz="2400"/>
            </a:pPr>
            <a:r>
              <a:t>4. Deployment: Streamlit Cloud.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